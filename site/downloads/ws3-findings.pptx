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psitthirat.github.io/HRH-model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https://psitthirat.github.io/HRH-model/lab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1 ภาพสไลด์" descr="สไลด์ 1 (S01): การประชุมนำเสนอผลการศึกษาและเสวนานโยบาย · 26 ตุลาคม 2569 · ความก้าวหน้า ไม่ได้เกิดขึ้นเอง · ข้อค้นพบและข้อเสนอเชิงนโยบาย จากโครงการวิจัย การพัฒนาแนวทางและนโยบายการวางแผนกำลังคนด้านสุขภาพ โดยใช้แบบจำลองแบบบูรณาการ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2 ภาพสไลด์" descr="สไลด์ 2 (S02): สิบสองปีที่ผ่านมา · ความก้าวหน้าเป็นของจริง · แพทย์และพยาบาลเพิ่มเร็วกว่าประชากรมาก แต่บางพื้นที่ยังมีคนให้บริการน้อ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3 ภาพสไลด์" descr="สไลด์ 3 (S03): แผนที่ของเรื่องวันนี้ · มีสิทธิรับบริการแล้ว ต้องมีคนทำงานรองรับ · ประชาชนจะได้รับบริการ เมื่อสิทธิที่กำหนดไว้มีคนทำงานรองรับ ตั้งแต่การฝึก การจ้าง จนถึงการทำงานอยู่ต่อได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4 ภาพสไลด์" descr="สไลด์ 4 (S04): หนึ่ง · นับอย่างไร · หมอพอไหม ต้องบอกว่านับใคร และเทียบกับอะไร · นับเฉพาะหมอกระทรวง หรือรวมรัฐและเอกชนด้วย ได้คำตอบต่างกันมา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5 ภาพสไลด์" descr="สไลด์ 5 (S05): หนึ่ง · นับอย่างไร · เปลี่ยนไม้บรรทัด รายชื่อจังหวัดที่ขาด ก็เปลี่ยน · เทียบแพทย์กระทรวงของ 76 จังหวัดกับฐานวัดหกแบบ แล้วดูว่า 19 จังหวัดที่ได้ค่าต่ำสุดเปลี่ยนหรือไม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6 ภาพสไลด์" descr="สไลด์ 6 (S06): หนึ่ง · นับอย่างไร · จังหวัดที่ป่วยมาก มักมีหมอน้อย · สังคมสูงวัย เจ็บป่วยเพิ่มแม้คนเพิ่มไม่มา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7 ภาพสไลด์" descr="สไลด์ 7 (S07): สอง · ทำไมความเหลื่อมล้ำสะสม · พื้นที่ที่พร้อมยิ่งได้คนเพิ่ม ต้องมีนโยบายช่วยพื้นที่ที่ขาด · วงจรของ Myrdal: พื้นที่ที่มีทีมและการฝึกดึงคนเพิ่ม คนที่เพิ่มช่วยขยายบริการและการฝึก จึงยิ่งดึงคนได้ ต้องมีนโยบายช่วยพื้นที่ที่เสียเปรียบ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8 ภาพสไลด์" descr="สไลด์ 8 (S08): สอง · ทำไมความเหลื่อมล้ำสะสม · ทรัพยากรดึงทรัพยากร: ที่ที่มีพร้อมยิ่งได้เพิ่ม · ทีม การฝึก และตำแหน่งยังกระจุกอยู่ในบางพื้นที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9 ภาพสไลด์" descr="สไลด์ 9 (S09): สอง · ทำไมความเหลื่อมล้ำสะสม · ถังที่รั่ว: ผลิตเพิ่มอย่างเดียวไม่พอ · พยาบาลที่รับเข้ามาจำนวนมาก ต้องทดแทนคนที่ออกไป จึงเหลือคนเพิ่มไม่มา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0 ภาพสไลด์" descr="สไลด์ 10 (S10): สาม · เพิ่มตำแหน่งให้พื้นที่ขาด · สูตรบอกว่าใครขาดมากกว่า ส่วนขาดเท่าใดต้องกำหนดเป้าหมาย · สมมติว่ามีผู้ตอบรับเริ่มงานปีละ 2,000 คน ถึงปี 2583 ทุกจังหวัดยังต่ำกว่าเป้าตัวอย่าง ย้ายคนกันก็ไม่ลดส่วนขาดรว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1 ภาพสไลด์" descr="สไลด์ 11 (S11): สาม · เพิ่มตำแหน่งให้พื้นที่ขาด · ตำแหน่งเต็มแล้ว แพทย์ใหม่ลงได้เฉพาะที่ว่าง · มีตำแหน่งแพทย์ที่มีงบจ้าง 28,925 ตำแหน่ง ว่าง 2,813 ตำแหน่ง รับผู้ปฏิบัติงานเพิ่มได้ราว 2,444 คน ถ้าไม่เพิ่มตำแหน่ง แบบจำลองพบว่าจะเต็มปี 2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2 ภาพสไลด์" descr="สไลด์ 12 (S12): สาม · เพิ่มตำแหน่งให้พื้นที่ขาด · เพิ่มตำแหน่งให้พื้นที่ขาดก่อน ใช้เพียงครึ่งเดียวก็ได้ผลเท่ากัน · เพิ่มตำแหน่งที่มีงบจ้างร้อยละห้าทุกห้าปี รวม 4,559 ตำแหน่งในสิบห้าปี เปรียบเทียบแบ่งตามสัดส่วนเดิมกับให้พื้นที่ขาดก่อ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3 ภาพสไลด์" descr="สไลด์ 13 (S13): สาม · เพิ่มตำแหน่งให้พื้นที่ขาด · บันไดของบึงกาฬ · บึงกาฬมีแพทย์กระทรวง 72 คน ตำแหน่งที่มีงบจ้าง 137 ตำแหน่ง แพทย์ออกราวร้อยละ 13.4 ต่อปี แต่ละขั้นบันไดคือผลจำลองเมื่อใช้กติกาต่างกั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4 ภาพสไลด์" descr="สไลด์ 14 (S14): สาม · เพิ่มตำแหน่งให้พื้นที่ขาด · ใครจ่ายค่าจ้าง สำคัญกว่าจ้างแบบไหน · ลองลดตำแหน่งข้าราชการที่ว่าง แล้วจ้างลูกจ้างทดแทนให้รับคนได้เท่าเดิม ใครจ่ายและให้พื้นที่ใดก่อน เปลี่ยนผลได้มา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5 ภาพสไลด์" descr="สไลด์ 15 (S15): สาม · เพิ่มตำแหน่งให้พื้นที่ขาด · จัดแพทย์ใหม่ทุกปี และบอกข้อจำกัดของแบบจำลอง · ทบทวนตำแหน่งทุกห้าปี จัดแพทย์ใหม่ทุกปีตามตำแหน่งที่ว่างจริ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6 ภาพสไลด์" descr="สไลด์ 16 (S16): สี่ · ใครรับภาระ · เรื่องที่คนบ่นมาก อาจไม่ใช่เรื่องที่สัมพันธ์กับการคิดออก · สำรวจผู้ปฏิบัติงาน 734 คน จาก 110 หน่วยบริการใน 66 จังหวัด ร้อยละ 16 คิดออกจากราชการหรือสังกัดภายในสามป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7 ภาพสไลด์" descr="สไลด์ 17 (S17): สี่ · ใครรับภาระ · ตัวเลขว่าขาดน้อยลง อาจซ่อนงานที่ย้ายไปให้ครอบครัว · ตัวเลขว่าขาดน้อยลง อาจเกิดจากทำงานได้มากขึ้น ลดเป้าหมายลง หรือย้ายงานให้ครอบครัวและวิชาชีพอื่น ต้องดูว่าเกิดจากทางใ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8 ภาพสไลด์" descr="สไลด์ 18 (S18): ข้อเสนอ · ข้อเสนอเจ็ดข้อ เพื่อแก้ปัญหาสี่จุด · ข้อมูล ตำแหน่ง การฝึก และการธำรงคนในระบบต้องทำต่อกัน จึงจะเกิดบริการที่ประชาชนได้รับจริ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9 ภาพสไลด์" descr="สไลด์ 19 (S19): ส่งต่อวงเสวนา · ข้อมูลบอกผลและภาระของแต่ละทางเลือก แต่เลือกแทนเราไม่ได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เปิด https://psitthirat.github.io/HRH-model/" descr="เปิด https://psitthirat.github.io/HRH-model/">
            <a:hlinkClick r:id="rId3"/>
          </p:cNvPr>
          <p:cNvSpPr/>
          <p:nvPr/>
        </p:nvSpPr>
        <p:spPr>
          <a:xfrm>
            <a:off x="9631759" y="1369715"/>
            <a:ext cx="2072580" cy="463113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20 ภาพสไลด์" descr="สไลด์ 20 (S20): Workforce Lab · คลิปแนะนำราว 6 นาท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เปิด Workforce Lab และคลิปแนะนำ" descr="เปิด Workforce Lab และคลิปแนะนำ">
            <a:hlinkClick r:id="rId3"/>
          </p:cNvPr>
          <p:cNvSpPr/>
          <p:nvPr/>
        </p:nvSpPr>
        <p:spPr>
          <a:xfrm>
            <a:off x="487660" y="860227"/>
            <a:ext cx="11216680" cy="493772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เปิด https://psitthirat.github.io/HRH-model/lab/" descr="เปิด https://psitthirat.github.io/HRH-model/lab/">
            <a:hlinkClick r:id="rId3"/>
          </p:cNvPr>
          <p:cNvSpPr/>
          <p:nvPr/>
        </p:nvSpPr>
        <p:spPr>
          <a:xfrm>
            <a:off x="487660" y="6430962"/>
            <a:ext cx="3138587" cy="152003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ความก้าวหน้าไม่ได้เกิดขึ้นเอง</dc:title>
  <dc:subject>WS3 2026-10-26</dc:subject>
  <dc:creator>นพ.พีรสิชฌ์ สิทธิรัตน์</dc:creator>
  <cp:keywords/>
  <dc:description>ภาพสไลด์ทีละหน้า (ขั้นสุดท้ายของแต่ละหน้า) ไม่มีบันทึกผู้บรรยาย</dc:description>
  <cp:lastModifiedBy>หน่วยวิจัยนโยบายและระบบสุขภาพ คณะแพทยศาสตร์โรงพยาบาลรามาธิบดี มหาวิทยาลัยมหิดล</cp:lastModifiedBy>
  <cp:revision>1</cp:revision>
  <dcterms:created xsi:type="dcterms:W3CDTF">2026-10-24T07:54:37Z</dcterms:created>
  <dcterms:modified xsi:type="dcterms:W3CDTF">2026-10-24T07:54:37Z</dcterms:modified>
  <cp:category/>
</cp:coreProperties>
</file>