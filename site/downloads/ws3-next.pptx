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ผลที่คงทนที่สุด ชี้ออกนอกกรอบ · ว่าด้วยก้าวต่อไปของการสร้างองค์ความรู้และบทบาทของนักวิชาการในการสนับสนุนการจัดสรรทรัพยากรสาธารณสุ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่งที่ได้ยินจากวงเสวนา · ความเห็นต่างไม่ได้อยู่ที่ตัวเลข แต่อยู่ที่คำถามที่แต่ละคนถา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หนึ่ง · ความรู้สี่ช่อง · งานที่เคร่งครัด ภายในกติกาเดิมบอกได้ว่า เครื่องมือหยุดทำงานตรงไหน · การศึกษานี้ตั้งคำถามส่วนใหญ่ภายในกติกาเดิม และคำตอบภายในกติกาเดิมมีคุณค่าในตัวเอง แต่เมื่ออ่านผลทุกส่วนร่วมกัน ผลที่คงทนที่สุดหลายข้อ ชี้ไปยังข้อจำกัดที่กติกาเดิมไม่ได้เปิดให้เปลี่ย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ความรู้สี่ช่อง · สี่ช่องของความรู้ แบ่งด้วยสองแกน · แกนแรกแยกการวินิจฉัยและการวิเคราะห์ปัญหา คือการอธิบายว่าเกิดอะไรขึ้นและเพราะอะไร ออกจากการสังเคราะห์ข้อเสนอว่าควรทำอะไร แกนที่สองแยกงานภายในกติกาเดิม ซึ่งรับกติกา วินัย และแหล่งข้อมูลที่มีอยู่เป็นเงื่อนไข ออกจากงานที่มุ่งการเปลี่ยนแปลงโครงสร้างของกติกาเหล่านั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ความรู้สี่ช่อง · งานนี้อยู่ช่องไหน: หนักที่หนึ่งและสาม ช่องที่สี่แทบว่าง · การนับ การทดสอบตัวหาร การกระทบยอดการไหล และการสำรวจกำลังคน เป็นการวิเคราะห์ปัญหาภายในกติกาเดิม ส่วนแบบจำลองจัดสรร และชุดมาตรการการธำรงคนในระบบ เป็นข้อเสนอภายในกติกาเดิ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สอง · ทำไมช่องที่สี่ · ทำไมช่องที่สี่ควรมาก่อน และมีเงื่อนไขอะไร · เมื่อปัญหาอยู่ในการจัดการเชิงโครงสร้าง ความรู้เพิ่มในช่องที่สามให้ผลตอบแทนลดลง เพราะมันปรับได้เพียงภายในขอบที่โครงสร้างกำหน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ช่องที่สี่ · หกแผนงานวิจัยในระดับชุมชน สังคม และเศรษฐกิจ · แต่ละแผนเริ่มจากข้อจำกัดที่ผลของการศึกษาชี้ ระบุทางเลือกที่จะเปลี่ยนข้อจำกัดนั้น และบอกว่าต้องได้งานใดจากช่องอื่นก่อนเสนอผล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าม · ทำให้ตรวจได้ · ทำให้ข้อเสนอเชิงโครงสร้าง ตรวจได้ · ข้อเสนอเชิงโครงสร้างต้องการเกณฑ์ที่ต่างจากการประเมินมาตรการทั่วไป เพราะมันเปลี่ยนเงื่อนไขที่การประเมินแบบเดิมรับไว้เป็นค่าคงที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าม · ทำให้ตรวจได้ · ระหว่างรอช่องที่สี่ วาระที่เริ่มได้ทันทีในสามช่อง · งานในสามช่องแรกควรถูกออกแบบให้ส่งหลักฐานที่ช่องที่สี่ต้องใช้ ข้อมูลที่ตอบคำถามจัดสรรรอบหน้าได้ และใช้ประเมินการเปลี่ยนกติกาในอนาคตได้ด้วย ควรได้รับความสำคัญ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ี่ · บทบาทของนักวิชาการ · นักวิชาการในช่องที่สี่ไม่ใช่ผู้ออกแบบสังคมแทนผู้อื่น แต่ทำให้ทางเลือกเปิดสู่การตรวจและการโต้แย้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ี่ · บทบาทของนักวิชาการ · ความใกล้ชิดกับผู้ตัดสินในบริบทไทย · ความใกล้ทำให้ความรู้ไปถึงการตัดสินได้เร็ว และเป็นส่วนหนึ่งของคำอธิบายความสำเร็จหลายเรื่อง แต่ก็มีความเสี่ยงที่ต้องจัด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ปิด · สร้างสถาบันของความรู้ ข้อเสนอความร่วมมือเพื่อหารือ · งานในช่องที่สี่ต้องใช้ข้อมูลระยะยาว รุ่นติดตาม และผู้วิเคราะห์ในระดับพื้นที่ ซึ่งไม่เกิดจากโครงการวิจัยครั้งเดีย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ข้อความปิด · แบบจำลองไม่ได้ตัดสินใจแทนเรา แต่ทำให้ราคา ของแต่ละทางเลือกปรากฏชัด · บทบาทของนักวิชาการคือทำให้การเลือกนั้นตรวจสอบได้ และเรียนรู้ต่อได้ทุกปี เพื่อให้ข้อเสนอรอบหน้ากล้าถามคำถามที่ใหญ่ขึ้น โดยยังรักษาความสามารถในการตรวจไว้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ผลที่คงทนที่สุดชี้ออกนอกกรอบ</dc:title>
  <dc:subject>WS3 2026-10-26</dc:subject>
  <dc:creator>ผศ.ดร.นพ.สัมฤทธิ์ ศรีธำรงสวัสดิ์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2026-10-24T04:23:17Z</dcterms:created>
  <dcterms:modified xsi:type="dcterms:W3CDTF">2026-10-24T04:23:17Z</dcterms:modified>
  <cp:category/>
</cp:coreProperties>
</file>