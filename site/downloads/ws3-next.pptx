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1 ภาพสไลด์" descr="สไลด์ 1 (S01): การประชุมนำเสนอผลการศึกษาและเสวนานโยบาย · 26 ตุลาคม 2569 · ก้าวต่อไป: ศึกษาวิธีเปลี่ยนกติกา · ว่าด้วยก้าวต่อไปของการสร้างองค์ความรู้และบทบาทของนักวิชาการในการสนับสนุนการจัดสรรทรัพยากรสาธารณสุ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2 ภาพสไลด์" descr="สไลด์ 2 (S02): สิ่งที่ได้ยินจากวงเสวนา · ตัวเลขเดียวกัน อาจนำไปสู่ข้อเสนอที่ต่างกั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3 ภาพสไลด์" descr="สไลด์ 3 (S03): หนึ่ง · ความรู้สี่ช่อง · เมื่อกรอบตำแหน่งเต็ม ปรับสูตรก็ช่วยได้จำกัด · เมื่อกรอบตำแหน่งเต็ม การเปลี่ยนสูตรจัดสรรให้ผลจำกัด ต้องถามต่อว่าจะเพิ่มตำแหน่งที่ใด และใครจ่ายเงินเดือน ผลการศึกษาช่วยให้เห็นว่ากติกาใดควรทบทว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4 ภาพสไลด์" descr="สไลด์ 4 (S04): หนึ่ง · ความรู้สี่ช่อง · สี่ช่องช่วยแยก คำถามของงานวิจัย · แกนแรกแยกการวินิจฉัยและการวิเคราะห์ปัญหา คือการอธิบายว่าเกิดอะไรขึ้นและเพราะอะไร ออกจากการสังเคราะห์ข้อเสนอว่าควรทำอะไร แกนที่สองแยกงานภายในกติกาเดิม ซึ่งยอมรับตำแหน่ง ผู้จ้าง และข้อมูลที่มีอยู่เป็นเงื่อนไข ออกจากงานที่มุ่งการเปลี่ยนแปลงโครงสร้างของกติกาเหล่านั้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5 ภาพสไลด์" descr="สไลด์ 5 (S05): หนึ่ง · ความรู้สี่ช่อง · งานนี้ตอบโจทย์กติกาเดิม ยังขาดงานเปลี่ยนระบบ · การนับแพทย์ การตรวจยอดคนเข้าออก และการสำรวจผู้ทำงาน เป็นการวิเคราะห์ปัญหาภายในกติกาเดิม ส่วนแบบจำลองจัดสรร และมาตรการการธำรงคนในระบบ เป็นข้อเสนอภายในกติกาเดิ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6 ภาพสไลด์" descr="สไลด์ 6 (S06): สอง · ทำไมช่องที่สี่ · ทำไมต้องศึกษาวิธีเปลี่ยนระบบ และต้องรู้อะไรก่อน · ถ้าพื้นที่รับแพทย์เพิ่มไม่ได้เพราะไม่มีตำแหน่ง การปรับสูตรจัดสรรอย่างเดียวก็ช่วยได้จำกัด จึงต้องศึกษาว่าจะเปลี่ยนกติกาอย่างไร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7 ภาพสไลด์" descr="สไลด์ 7 (S07): สอง · ทำไมช่องที่สี่ · หกแผนวิจัยเพื่อชุมชน สังคม และเศรษฐกิจ · หกแผนงานเพื่อศึกษาทางเลือกเปลี่ยนระบบ แต่ละแผนต้องระบุปัญหาที่จะแก้ กติกาที่จะเปลี่ยน และหลักฐานที่ยังต้องหาเพิ่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8 ภาพสไลด์" descr="สไลด์ 8 (S08): สาม · ทำให้ตรวจได้ · จะรู้ได้อย่างไร ว่าข้อเสนอเปลี่ยนระบบใช้ได้จริง · เมื่อข้อเสนอจะเปลี่ยนผู้จ้าง งบ หรือกติกา เราต้องประเมินด้วยว่าใครจะทำให้เกิดขึ้น ใครรับภาระ และถ้าไม่ได้ผลจะปรับหรือหยุดอย่างไร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9 ภาพสไลด์" descr="สไลด์ 9 (S09): สาม · ทำให้ตรวจได้ · งานที่เริ่มได้ทันที เพื่อเตรียมเปลี่ยนกติกา · เริ่มจากข้อมูลและงานจัดสรรที่ต้องใช้รอบหน้า พร้อมเก็บผลไว้ประเมินการเปลี่ยนกติกาในอนาคต งานระยะสั้นจึงช่วยให้ตัดสินใจเรื่องระยะยาวได้ดีขึ้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0 ภาพสไลด์" descr="สไลด์ 10 (S10): สี่ · บทบาทของนักวิชาการ · นักวิชาการไม่ได้ออกแบบสังคมแทนคนอื่น แต่ทำให้ทางเลือกตรวจสอบและโต้แย้งได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1 ภาพสไลด์" descr="สไลด์ 11 (S11): สี่ · บทบาทของนักวิชาการ · ทำงานใกล้ผู้กำหนดนโยบายอย่างไร ให้ตรวจสอบได้ · การทำงานใกล้ผู้กำหนดนโยบายช่วยให้ใช้ความรู้ได้เร็ว แต่ต้องเปิดให้คนนอกเครือข่ายตรวจสอบและโต้แย้งได้ด้ว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2 ภาพสไลด์" descr="สไลด์ 12 (S12): ปิด · ร่วมสร้างข้อมูลและทีมวิจัยระยะยาว ข้อเสนอเพื่อหารือ · การศึกษาทางเลือกเปลี่ยนระบบต้องมีข้อมูลต่อเนื่อง ติดตามผู้จบแต่ละรุ่น และมีนักวิเคราะห์ในพื้นที่ จึงต้องร่วมมือกันระยะยา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3 ภาพสไลด์" descr="สไลด์ 13 (S13): ข้อความปิด · แบบจำลองช่วยให้เห็น ผลและภาระ ส่วนการเลือก เป็นเรื่องที่ต้องร่วมตัดสินใจ · นักวิชาการช่วยให้สังคมเปรียบเทียบทางเลือกและตรวจสอบเหตุผลได้ เมื่อทดลองแล้วต้องทบทวนผล เพื่อให้ข้อเสนอเปลี่ยนระบบมีหลักฐานรองรับมากขึ้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ก้าวต่อไป: ศึกษาวิธีเปลี่ยนกติกา</dc:title>
  <dc:subject>WS3 2026-10-26</dc:subject>
  <dc:creator>ผศ.ดร.นพ.สัมฤทธิ์ ศรีธำรงสวัสดิ์</dc:creator>
  <cp:keywords/>
  <dc:description>ภาพสไลด์ทีละหน้า (ขั้นสุดท้ายของแต่ละหน้า) ไม่มีบันทึกผู้บรรยาย</dc:description>
  <cp:lastModifiedBy>หน่วยวิจัยนโยบายและระบบสุขภาพ คณะแพทยศาสตร์โรงพยาบาลรามาธิบดี มหาวิทยาลัยมหิดล</cp:lastModifiedBy>
  <cp:revision>1</cp:revision>
  <dcterms:created xsi:type="dcterms:W3CDTF">2026-10-24T05:54:09Z</dcterms:created>
  <dcterms:modified xsi:type="dcterms:W3CDTF">2026-10-24T05:54:09Z</dcterms:modified>
  <cp:category/>
</cp:coreProperties>
</file>